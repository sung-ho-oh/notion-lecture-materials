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88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14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65AC2-AB3F-939A-229F-6EB27FD38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D3C2A-F99B-4D6F-CA82-DFC207DC9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BF514-F232-EBA3-9EC0-DBF318982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499E6-F0C4-8BFE-CD06-7442B384B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44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EC59D-39B3-9B28-6564-227F64A0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F611CC22-B6C6-5DB6-6F20-FF6772C8F0A4}"/>
              </a:ext>
            </a:extLst>
          </p:cNvPr>
          <p:cNvSpPr/>
          <p:nvPr/>
        </p:nvSpPr>
        <p:spPr>
          <a:xfrm>
            <a:off x="1828800" y="180647"/>
            <a:ext cx="5486400" cy="46166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스스로 설계하는 커리어 개발 플랜</a:t>
            </a:r>
            <a:endParaRPr lang="en-US" sz="2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F8DB0B8F-7504-22A4-4218-30E2C99419F8}"/>
              </a:ext>
            </a:extLst>
          </p:cNvPr>
          <p:cNvSpPr/>
          <p:nvPr/>
        </p:nvSpPr>
        <p:spPr>
          <a:xfrm>
            <a:off x="1371600" y="592126"/>
            <a:ext cx="6400800" cy="46166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커리어 플래닝은 5-10년 후의 목표를 향한 여정을 계획하는 과정입니다. 스스로 자신의 강점과 목표를 파악하고 경력을 주도적으로 운영해 나가는 것이 중요합니다.</a:t>
            </a:r>
            <a:endParaRPr lang="en-US" sz="12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2AC05D8-30E8-E55E-DCC4-E701720DA6D2}"/>
              </a:ext>
            </a:extLst>
          </p:cNvPr>
          <p:cNvSpPr/>
          <p:nvPr/>
        </p:nvSpPr>
        <p:spPr>
          <a:xfrm>
            <a:off x="182880" y="3133100"/>
            <a:ext cx="2743200" cy="5232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</a:t>
            </a: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</a:t>
            </a:r>
            <a:b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(Self-Assessment)</a:t>
            </a:r>
            <a:endParaRPr lang="en-US" sz="14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D9A36F8-B4FF-B072-CA40-1E4584521533}"/>
              </a:ext>
            </a:extLst>
          </p:cNvPr>
          <p:cNvSpPr/>
          <p:nvPr/>
        </p:nvSpPr>
        <p:spPr>
          <a:xfrm>
            <a:off x="182880" y="3667690"/>
            <a:ext cx="2743200" cy="276999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spc="-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평가: 현재와 미래의 ‘격차’ 발견하기</a:t>
            </a:r>
            <a:endParaRPr lang="en-US" sz="1200" spc="-1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6FFBBF2-6E61-3B83-600F-21CE9F529C2C}"/>
              </a:ext>
            </a:extLst>
          </p:cNvPr>
          <p:cNvSpPr/>
          <p:nvPr/>
        </p:nvSpPr>
        <p:spPr>
          <a:xfrm>
            <a:off x="182880" y="3899356"/>
            <a:ext cx="2743200" cy="43088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나의 역량과 미래 목표 사이의 부족한 점을 파악하는 것이 핵심입니다.</a:t>
            </a:r>
            <a:endParaRPr lang="en-US" sz="10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7AA3DD9-4E40-F94D-43FD-3B606023E60A}"/>
              </a:ext>
            </a:extLst>
          </p:cNvPr>
          <p:cNvSpPr/>
          <p:nvPr/>
        </p:nvSpPr>
        <p:spPr>
          <a:xfrm>
            <a:off x="182880" y="4310836"/>
            <a:ext cx="2743200" cy="43088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위치를 냉정하게 평가하고 5-10년 후의 장기 목표를 설정합니다.</a:t>
            </a:r>
            <a:endParaRPr lang="en-US" sz="11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FA170A1-663B-AC4D-1252-A43BC1B24F29}"/>
              </a:ext>
            </a:extLst>
          </p:cNvPr>
          <p:cNvSpPr/>
          <p:nvPr/>
        </p:nvSpPr>
        <p:spPr>
          <a:xfrm>
            <a:off x="3200400" y="3133099"/>
            <a:ext cx="2743200" cy="5232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기록과</a:t>
            </a: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통찰</a:t>
            </a:r>
            <a:b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(Documentation &amp; Insight)</a:t>
            </a:r>
            <a:endParaRPr lang="en-US" sz="14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943C4B90-1A6A-BD56-5D0B-B734FBF96A88}"/>
              </a:ext>
            </a:extLst>
          </p:cNvPr>
          <p:cNvSpPr/>
          <p:nvPr/>
        </p:nvSpPr>
        <p:spPr>
          <a:xfrm>
            <a:off x="3200400" y="3667691"/>
            <a:ext cx="2743200" cy="276999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spc="-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기록: 숨겨진 경향성 파악하기</a:t>
            </a:r>
            <a:endParaRPr lang="en-US" sz="1200" spc="-1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8C0E153B-CB6B-0B07-F947-B4452F1BB0AA}"/>
              </a:ext>
            </a:extLst>
          </p:cNvPr>
          <p:cNvSpPr/>
          <p:nvPr/>
        </p:nvSpPr>
        <p:spPr>
          <a:xfrm>
            <a:off x="3200400" y="3907050"/>
            <a:ext cx="2743200" cy="41549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 옮기는 과정에서 자신의 치명적 단점이나 새로운 가능성을 발견할 수 있습니다.</a:t>
            </a:r>
            <a:endParaRPr lang="en-US" sz="105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5515B276-30D1-2715-B3B3-A66D4461E1D4}"/>
              </a:ext>
            </a:extLst>
          </p:cNvPr>
          <p:cNvSpPr/>
          <p:nvPr/>
        </p:nvSpPr>
        <p:spPr>
          <a:xfrm>
            <a:off x="3200400" y="4310836"/>
            <a:ext cx="2743200" cy="43088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내용을 기록하며 통찰을 얻고, 멘토의 조언을 통해 계획을 수정합니다.</a:t>
            </a:r>
            <a:endParaRPr lang="en-US" sz="11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E346DD7B-AEB6-9685-2248-BEAEA2E69FB1}"/>
              </a:ext>
            </a:extLst>
          </p:cNvPr>
          <p:cNvSpPr/>
          <p:nvPr/>
        </p:nvSpPr>
        <p:spPr>
          <a:xfrm>
            <a:off x="6217920" y="3133099"/>
            <a:ext cx="2743200" cy="5232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실행과</a:t>
            </a: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b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(Execution &amp; Management)</a:t>
            </a:r>
            <a:endParaRPr lang="en-US" sz="14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173CD70F-045E-3B2A-388D-1E3D0A92D8E2}"/>
              </a:ext>
            </a:extLst>
          </p:cNvPr>
          <p:cNvSpPr/>
          <p:nvPr/>
        </p:nvSpPr>
        <p:spPr>
          <a:xfrm>
            <a:off x="6217920" y="3667690"/>
            <a:ext cx="2743200" cy="276999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spc="-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실행: 적극적으로 기회 찾기</a:t>
            </a:r>
            <a:endParaRPr lang="en-US" sz="1200" spc="-15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90800BE-FFF3-6013-0DA7-3F47EE7C3807}"/>
              </a:ext>
            </a:extLst>
          </p:cNvPr>
          <p:cNvSpPr/>
          <p:nvPr/>
        </p:nvSpPr>
        <p:spPr>
          <a:xfrm>
            <a:off x="6217920" y="3899356"/>
            <a:ext cx="2743200" cy="43088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목표에 맞는 프로젝트에 자원하거나, 외부 교육 기회를 적극적으로 탐색합니다.</a:t>
            </a:r>
            <a:endParaRPr lang="en-US" sz="10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6D5F636-4936-3C05-DAC6-3F3B87D9EFAC}"/>
              </a:ext>
            </a:extLst>
          </p:cNvPr>
          <p:cNvSpPr/>
          <p:nvPr/>
        </p:nvSpPr>
        <p:spPr>
          <a:xfrm>
            <a:off x="6217920" y="4310836"/>
            <a:ext cx="2743200" cy="430887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계획을 행동으로 옮기고, 3-6개월마다 진행 상황을 점검하며 조정합니다.</a:t>
            </a:r>
            <a:endParaRPr lang="en-US" sz="1100" dirty="0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DFDC2F93-A032-7092-A8F1-5B348FF6C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0480"/>
            <a:ext cx="1783080" cy="1414463"/>
          </a:xfrm>
          <a:prstGeom prst="rect">
            <a:avLst/>
          </a:prstGeom>
        </p:spPr>
      </p:pic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32E36DED-4904-89FB-E58F-1AB93D653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567632"/>
            <a:ext cx="1810512" cy="1337310"/>
          </a:xfrm>
          <a:prstGeom prst="rect">
            <a:avLst/>
          </a:prstGeom>
        </p:spPr>
      </p:pic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88B05853-B00B-9F28-9CA5-AC85B03F0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526484"/>
            <a:ext cx="1600200" cy="1399032"/>
          </a:xfrm>
          <a:prstGeom prst="rect">
            <a:avLst/>
          </a:prstGeom>
        </p:spPr>
      </p:pic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F90BADBA-BCF5-162E-15CB-D120EBB233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1799090"/>
            <a:ext cx="777240" cy="951548"/>
          </a:xfrm>
          <a:prstGeom prst="rect">
            <a:avLst/>
          </a:prstGeom>
        </p:spPr>
      </p:pic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C4F2DBB8-1688-B893-1402-795B58B5D4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008" y="1799090"/>
            <a:ext cx="777240" cy="95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86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145</Words>
  <Application>Microsoft Office PowerPoint</Application>
  <PresentationFormat>화면 슬라이드 쇼(16:9)</PresentationFormat>
  <Paragraphs>15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Sungho Oh</cp:lastModifiedBy>
  <cp:revision>2</cp:revision>
  <dcterms:created xsi:type="dcterms:W3CDTF">2026-01-27T01:47:28Z</dcterms:created>
  <dcterms:modified xsi:type="dcterms:W3CDTF">2026-01-27T01:50:56Z</dcterms:modified>
</cp:coreProperties>
</file>